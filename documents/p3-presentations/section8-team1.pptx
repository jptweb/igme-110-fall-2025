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0c4f03a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0c4f03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0c4f03ad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0c4f03ad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893264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893264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0c4f03ad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0c4f03ad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0c4f03ad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0c4f03ad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3893264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3893264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figma.com/design/CPchBsZ5moZ5L1wjWmtslU/Aperture-Alarm---HiFi-Prototype?node-id=0-1&amp;t=UOGFtfGL9Hk1uTk6-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Aperture Alarm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Who we are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725" y="1126150"/>
            <a:ext cx="215265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9650" y="516550"/>
            <a:ext cx="1943100" cy="432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4"/>
          <p:cNvCxnSpPr/>
          <p:nvPr/>
        </p:nvCxnSpPr>
        <p:spPr>
          <a:xfrm>
            <a:off x="3569100" y="2724163"/>
            <a:ext cx="1795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613" y="1195400"/>
            <a:ext cx="178117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7300" y="566738"/>
            <a:ext cx="1924050" cy="431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>
            <a:off x="3569100" y="2724163"/>
            <a:ext cx="1795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Demo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https://www.figma.com/design/CPchBsZ5moZ5L1wjWmtslU/Aperture-Alarm---HiFi-Prototype?node-id=0-1&amp;t=UOGFtfGL9Hk1uTk6-1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Changes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People found it confusing that you would click on the character portrait so we made a </a:t>
            </a:r>
            <a:r>
              <a:rPr lang="en">
                <a:solidFill>
                  <a:schemeClr val="dk1"/>
                </a:solidFill>
              </a:rPr>
              <a:t>separate</a:t>
            </a:r>
            <a:r>
              <a:rPr lang="en">
                <a:solidFill>
                  <a:schemeClr val="dk1"/>
                </a:solidFill>
              </a:rPr>
              <a:t> button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converted the alarm screen and home screen into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Re-ordered the alarm and accessibility settings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Short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at Aperture have curated the perfect alarm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if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more morning </a:t>
            </a:r>
            <a:r>
              <a:rPr lang="en">
                <a:solidFill>
                  <a:schemeClr val="dk1"/>
                </a:solidFill>
              </a:rPr>
              <a:t>grogginess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more fatigue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more tardiness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