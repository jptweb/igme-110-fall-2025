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9144000" cx="7315200"/>
  <p:notesSz cx="6858000" cy="9144000"/>
  <p:embeddedFontLst>
    <p:embeddedFont>
      <p:font typeface="Audiowide"/>
      <p:regular r:id="rId7"/>
    </p:embeddedFont>
    <p:embeddedFont>
      <p:font typeface="Press Start 2P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30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3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Audiowide-regular.fntdata"/><Relationship Id="rId8" Type="http://schemas.openxmlformats.org/officeDocument/2006/relationships/font" Target="fonts/PressStart2P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057721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49367" y="1323689"/>
            <a:ext cx="68166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49360" y="5038444"/>
            <a:ext cx="68166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49360" y="3823733"/>
            <a:ext cx="68166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49360" y="791156"/>
            <a:ext cx="6816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49360" y="2048844"/>
            <a:ext cx="68166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49360" y="791156"/>
            <a:ext cx="6816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49360" y="2048844"/>
            <a:ext cx="31998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865920" y="2048844"/>
            <a:ext cx="31998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49360" y="791156"/>
            <a:ext cx="68166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49360" y="987733"/>
            <a:ext cx="22464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49360" y="2470400"/>
            <a:ext cx="22464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92200" y="800267"/>
            <a:ext cx="50943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657600" y="-222"/>
            <a:ext cx="36576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2400" y="2192311"/>
            <a:ext cx="32361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2400" y="4983244"/>
            <a:ext cx="32361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951600" y="1287244"/>
            <a:ext cx="30696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49360" y="7521022"/>
            <a:ext cx="47991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49360" y="1966444"/>
            <a:ext cx="68166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49360" y="5603956"/>
            <a:ext cx="68166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9360" y="791156"/>
            <a:ext cx="68166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9360" y="2048844"/>
            <a:ext cx="68166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77966" y="8290163"/>
            <a:ext cx="4389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D4D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 rot="10800000">
            <a:off x="3811913" y="4129913"/>
            <a:ext cx="3138300" cy="1166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3530529" y="6989217"/>
            <a:ext cx="167700" cy="106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00" lIns="96900" spcFirstLastPara="1" rIns="96900" wrap="square" tIns="96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56" name="Google Shape;56;p13"/>
          <p:cNvSpPr/>
          <p:nvPr/>
        </p:nvSpPr>
        <p:spPr>
          <a:xfrm>
            <a:off x="3741942" y="8405194"/>
            <a:ext cx="194700" cy="1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00" lIns="96900" spcFirstLastPara="1" rIns="96900" wrap="square" tIns="96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57" name="Google Shape;57;p13"/>
          <p:cNvSpPr/>
          <p:nvPr/>
        </p:nvSpPr>
        <p:spPr>
          <a:xfrm>
            <a:off x="3741942" y="7744931"/>
            <a:ext cx="194700" cy="1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00" lIns="96900" spcFirstLastPara="1" rIns="96900" wrap="square" tIns="96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58" name="Google Shape;58;p13"/>
          <p:cNvSpPr/>
          <p:nvPr/>
        </p:nvSpPr>
        <p:spPr>
          <a:xfrm>
            <a:off x="3741942" y="7121953"/>
            <a:ext cx="194700" cy="1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00" lIns="96900" spcFirstLastPara="1" rIns="96900" wrap="square" tIns="96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59" name="Google Shape;59;p13"/>
          <p:cNvSpPr/>
          <p:nvPr/>
        </p:nvSpPr>
        <p:spPr>
          <a:xfrm>
            <a:off x="3741942" y="6498975"/>
            <a:ext cx="194700" cy="1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00" lIns="96900" spcFirstLastPara="1" rIns="96900" wrap="square" tIns="96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60" name="Google Shape;60;p13"/>
          <p:cNvSpPr/>
          <p:nvPr/>
        </p:nvSpPr>
        <p:spPr>
          <a:xfrm>
            <a:off x="3741942" y="5838712"/>
            <a:ext cx="194700" cy="1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00" lIns="96900" spcFirstLastPara="1" rIns="96900" wrap="square" tIns="96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61" name="Google Shape;61;p13"/>
          <p:cNvSpPr/>
          <p:nvPr/>
        </p:nvSpPr>
        <p:spPr>
          <a:xfrm>
            <a:off x="4642103" y="5595446"/>
            <a:ext cx="1848900" cy="231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900" lIns="96900" spcFirstLastPara="1" rIns="96900" wrap="square" tIns="96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62" name="Google Shape;62;p13"/>
          <p:cNvSpPr/>
          <p:nvPr/>
        </p:nvSpPr>
        <p:spPr>
          <a:xfrm>
            <a:off x="6886186" y="2541146"/>
            <a:ext cx="379200" cy="3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325" lIns="97325" spcFirstLastPara="1" rIns="97325" wrap="square" tIns="97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/>
          </a:p>
        </p:txBody>
      </p:sp>
      <p:sp>
        <p:nvSpPr>
          <p:cNvPr id="63" name="Google Shape;63;p13"/>
          <p:cNvSpPr/>
          <p:nvPr/>
        </p:nvSpPr>
        <p:spPr>
          <a:xfrm>
            <a:off x="3475903" y="1892450"/>
            <a:ext cx="379200" cy="3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325" lIns="97325" spcFirstLastPara="1" rIns="97325" wrap="square" tIns="97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/>
          </a:p>
        </p:txBody>
      </p:sp>
      <p:sp>
        <p:nvSpPr>
          <p:cNvPr id="64" name="Google Shape;64;p13"/>
          <p:cNvSpPr/>
          <p:nvPr/>
        </p:nvSpPr>
        <p:spPr>
          <a:xfrm>
            <a:off x="4850611" y="458696"/>
            <a:ext cx="836400" cy="311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0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325" lIns="97325" spcFirstLastPara="1" rIns="97325" wrap="square" tIns="97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/>
          </a:p>
        </p:txBody>
      </p:sp>
      <p:sp>
        <p:nvSpPr>
          <p:cNvPr id="65" name="Google Shape;65;p13"/>
          <p:cNvSpPr txBox="1"/>
          <p:nvPr/>
        </p:nvSpPr>
        <p:spPr>
          <a:xfrm>
            <a:off x="4626539" y="1873842"/>
            <a:ext cx="15090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88725" lIns="88725" spcFirstLastPara="1" rIns="88725" wrap="square" tIns="887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4">
                <a:solidFill>
                  <a:srgbClr val="6DCB4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Jack Box users based on gender</a:t>
            </a:r>
            <a:endParaRPr sz="1214">
              <a:solidFill>
                <a:srgbClr val="6DCB4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311975" y="2998425"/>
            <a:ext cx="2857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DCB4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Roblox users by region</a:t>
            </a:r>
            <a:endParaRPr sz="1600">
              <a:solidFill>
                <a:srgbClr val="6DCB4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28275" y="126925"/>
            <a:ext cx="7083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DCB4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WHO WANTS</a:t>
            </a:r>
            <a:endParaRPr sz="3000">
              <a:solidFill>
                <a:srgbClr val="6DCB4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DCB44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JAX BLOCKS!</a:t>
            </a:r>
            <a:endParaRPr sz="3000">
              <a:solidFill>
                <a:srgbClr val="6DCB44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pic>
        <p:nvPicPr>
          <p:cNvPr id="68" name="Google Shape;68;p13" title="Untitled_design__2_-removebg-preview.png"/>
          <p:cNvPicPr preferRelativeResize="0"/>
          <p:nvPr/>
        </p:nvPicPr>
        <p:blipFill rotWithShape="1">
          <a:blip r:embed="rId3">
            <a:alphaModFix/>
          </a:blip>
          <a:srcRect b="0" l="9308" r="9890" t="8155"/>
          <a:stretch/>
        </p:blipFill>
        <p:spPr>
          <a:xfrm>
            <a:off x="0" y="3429626"/>
            <a:ext cx="3332050" cy="411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 title="Untitled_design-removebg-preview.png"/>
          <p:cNvPicPr preferRelativeResize="0"/>
          <p:nvPr/>
        </p:nvPicPr>
        <p:blipFill rotWithShape="1">
          <a:blip r:embed="rId4">
            <a:alphaModFix/>
          </a:blip>
          <a:srcRect b="4370" l="0" r="0" t="0"/>
          <a:stretch/>
        </p:blipFill>
        <p:spPr>
          <a:xfrm>
            <a:off x="3431525" y="5467225"/>
            <a:ext cx="3898976" cy="36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/>
          <p:nvPr/>
        </p:nvSpPr>
        <p:spPr>
          <a:xfrm>
            <a:off x="929375" y="5372275"/>
            <a:ext cx="460500" cy="1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859975" y="5284975"/>
            <a:ext cx="93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35.7%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2045875" y="4154825"/>
            <a:ext cx="333000" cy="12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1953275" y="4064150"/>
            <a:ext cx="157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19.0%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1901100" y="6655800"/>
            <a:ext cx="460500" cy="12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3"/>
          <p:cNvSpPr txBox="1"/>
          <p:nvPr/>
        </p:nvSpPr>
        <p:spPr>
          <a:xfrm>
            <a:off x="1872450" y="6559200"/>
            <a:ext cx="785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20.9%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2778125" y="5354450"/>
            <a:ext cx="356400" cy="188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2704425" y="5286950"/>
            <a:ext cx="533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24.3%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248350" y="1553050"/>
            <a:ext cx="2456100" cy="1247400"/>
          </a:xfrm>
          <a:prstGeom prst="wedgeRoundRectCallout">
            <a:avLst>
              <a:gd fmla="val -20833" name="adj1"/>
              <a:gd fmla="val 6250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382450" y="1523600"/>
            <a:ext cx="21879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People want To play fun games made by others everywhere in the </a:t>
            </a:r>
            <a:r>
              <a:rPr lang="en" sz="145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whole</a:t>
            </a:r>
            <a:r>
              <a:rPr lang="en" sz="145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 world</a:t>
            </a:r>
            <a:endParaRPr sz="1450">
              <a:solidFill>
                <a:schemeClr val="dk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pic>
        <p:nvPicPr>
          <p:cNvPr id="80" name="Google Shape;80;p13" title="Untitled_design__3_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1575" y="388698"/>
            <a:ext cx="3898975" cy="357031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3"/>
          <p:cNvSpPr txBox="1"/>
          <p:nvPr/>
        </p:nvSpPr>
        <p:spPr>
          <a:xfrm>
            <a:off x="3959150" y="4205213"/>
            <a:ext cx="3214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Enjoying</a:t>
            </a:r>
            <a:r>
              <a:rPr lang="en" sz="180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 a fun </a:t>
            </a:r>
            <a:r>
              <a:rPr lang="en" sz="180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social</a:t>
            </a:r>
            <a:r>
              <a:rPr lang="en" sz="180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 party game isn’t</a:t>
            </a:r>
            <a:endParaRPr sz="1800">
              <a:solidFill>
                <a:schemeClr val="dk2"/>
              </a:solidFill>
              <a:latin typeface="Audiowide"/>
              <a:ea typeface="Audiowide"/>
              <a:cs typeface="Audiowide"/>
              <a:sym typeface="Audiowid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limited to one gender</a:t>
            </a:r>
            <a:endParaRPr sz="1800">
              <a:solidFill>
                <a:schemeClr val="dk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  <p:sp>
        <p:nvSpPr>
          <p:cNvPr id="82" name="Google Shape;82;p13"/>
          <p:cNvSpPr/>
          <p:nvPr/>
        </p:nvSpPr>
        <p:spPr>
          <a:xfrm rot="-5400000">
            <a:off x="1120725" y="6843975"/>
            <a:ext cx="1331400" cy="2961900"/>
          </a:xfrm>
          <a:prstGeom prst="wedgeRoundRectCallout">
            <a:avLst>
              <a:gd fmla="val -20723" name="adj1"/>
              <a:gd fmla="val 5642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 txBox="1"/>
          <p:nvPr/>
        </p:nvSpPr>
        <p:spPr>
          <a:xfrm>
            <a:off x="357525" y="7659225"/>
            <a:ext cx="2857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Audiowide"/>
                <a:ea typeface="Audiowide"/>
                <a:cs typeface="Audiowide"/>
                <a:sym typeface="Audiowide"/>
              </a:rPr>
              <a:t>There are always new people looking to get into game making regardless of age</a:t>
            </a:r>
            <a:endParaRPr sz="1700">
              <a:solidFill>
                <a:schemeClr val="dk2"/>
              </a:solidFill>
              <a:latin typeface="Audiowide"/>
              <a:ea typeface="Audiowide"/>
              <a:cs typeface="Audiowide"/>
              <a:sym typeface="Audiowi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