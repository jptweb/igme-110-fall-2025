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5572a82f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a5572a82f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5572a82f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5572a82f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5572a82f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5572a82f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5572a82f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5572a82f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5572a82f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5572a82f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5572a82f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5572a82f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5572a82f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5572a82f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5572a82f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5572a82f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5572a82f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5572a82f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figma.com/proto/DESt0g35sZ1HYRooYpEFPh/BetterRITAppPrototype-110P3?node-id=1-2&amp;p=f&amp;t=igdDv4q4nYZ4i08S-0&amp;scaling=scale-down&amp;content-scaling=fixed&amp;page-id=0%3A1&amp;starting-point-node-id=1%3A2&amp;show-proto-sidebar=1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rot="5400000">
            <a:off x="2025600" y="-2025600"/>
            <a:ext cx="7378800" cy="11430000"/>
          </a:xfrm>
          <a:prstGeom prst="rtTriangle">
            <a:avLst/>
          </a:prstGeom>
          <a:solidFill>
            <a:srgbClr val="F669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92150" y="2571750"/>
            <a:ext cx="2286000" cy="2286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3461" l="3276" r="2835" t="10642"/>
          <a:stretch/>
        </p:blipFill>
        <p:spPr>
          <a:xfrm>
            <a:off x="991350" y="2942738"/>
            <a:ext cx="1687600" cy="154402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49200" y="48925"/>
            <a:ext cx="7938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Better RIT App</a:t>
            </a:r>
            <a:endParaRPr sz="7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87600" y="3169800"/>
            <a:ext cx="1856400" cy="19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Cherri O’Connor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Kai Reed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Campbell Parks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6902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4813300" y="-12700"/>
            <a:ext cx="4333800" cy="515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365125" y="34925"/>
            <a:ext cx="47721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b="1" sz="6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3300" y="832500"/>
            <a:ext cx="4286251" cy="30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203200" y="1092200"/>
            <a:ext cx="4429200" cy="3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 Many Apps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Programs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 to Navigate and Use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Confusing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690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50800" y="34925"/>
            <a:ext cx="57150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User</a:t>
            </a:r>
            <a:endParaRPr sz="4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/>
          </a:blip>
          <a:srcRect b="0" l="931" r="0" t="1322"/>
          <a:stretch/>
        </p:blipFill>
        <p:spPr>
          <a:xfrm>
            <a:off x="2041525" y="1177925"/>
            <a:ext cx="7102474" cy="396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690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0" l="398" r="0" t="1048"/>
          <a:stretch/>
        </p:blipFill>
        <p:spPr>
          <a:xfrm>
            <a:off x="2246175" y="1282700"/>
            <a:ext cx="6897826" cy="38607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50800" y="34925"/>
            <a:ext cx="57150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User</a:t>
            </a:r>
            <a:endParaRPr sz="4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690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50800" y="34925"/>
            <a:ext cx="57150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Casual User</a:t>
            </a:r>
            <a:endParaRPr sz="4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0825" y="1244525"/>
            <a:ext cx="6973168" cy="389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690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803169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/>
          <p:nvPr/>
        </p:nvSpPr>
        <p:spPr>
          <a:xfrm>
            <a:off x="3594100" y="0"/>
            <a:ext cx="7543800" cy="5143500"/>
          </a:xfrm>
          <a:prstGeom prst="trapezoid">
            <a:avLst>
              <a:gd fmla="val 38611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9375" y="152400"/>
            <a:ext cx="2633250" cy="4765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8"/>
          <p:cNvCxnSpPr/>
          <p:nvPr/>
        </p:nvCxnSpPr>
        <p:spPr>
          <a:xfrm flipH="1" rot="10800000">
            <a:off x="3441700" y="-269725"/>
            <a:ext cx="2257500" cy="5772000"/>
          </a:xfrm>
          <a:prstGeom prst="straightConnector1">
            <a:avLst/>
          </a:prstGeom>
          <a:noFill/>
          <a:ln cap="flat" cmpd="sng" w="152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690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3594100" y="0"/>
            <a:ext cx="7543800" cy="5143500"/>
          </a:xfrm>
          <a:prstGeom prst="trapezoid">
            <a:avLst>
              <a:gd fmla="val 38611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9375" y="185066"/>
            <a:ext cx="2455274" cy="47003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19"/>
          <p:cNvCxnSpPr/>
          <p:nvPr/>
        </p:nvCxnSpPr>
        <p:spPr>
          <a:xfrm flipH="1" rot="10800000">
            <a:off x="3441700" y="-269725"/>
            <a:ext cx="2257500" cy="5772000"/>
          </a:xfrm>
          <a:prstGeom prst="straightConnector1">
            <a:avLst/>
          </a:prstGeom>
          <a:noFill/>
          <a:ln cap="flat" cmpd="sng" w="152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0" name="Google Shape;100;p19"/>
          <p:cNvPicPr preferRelativeResize="0"/>
          <p:nvPr/>
        </p:nvPicPr>
        <p:blipFill rotWithShape="1">
          <a:blip r:embed="rId4">
            <a:alphaModFix/>
          </a:blip>
          <a:srcRect b="2856" l="0" r="4012" t="0"/>
          <a:stretch/>
        </p:blipFill>
        <p:spPr>
          <a:xfrm>
            <a:off x="209550" y="152400"/>
            <a:ext cx="267032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690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>
            <a:off x="-6350" y="1958975"/>
            <a:ext cx="9239400" cy="318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-50" y="-317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Demo</a:t>
            </a:r>
            <a:endParaRPr b="1"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Digital Prototype</a:t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169900" y="2235200"/>
            <a:ext cx="8791500" cy="20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Flows:</a:t>
            </a:r>
            <a:endParaRPr b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Contact Information for Class ABC’s professor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Directions to Residence Hall A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Funds to Dining Dollars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690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/>
          <p:nvPr/>
        </p:nvSpPr>
        <p:spPr>
          <a:xfrm>
            <a:off x="25" y="958850"/>
            <a:ext cx="9144000" cy="41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 txBox="1"/>
          <p:nvPr/>
        </p:nvSpPr>
        <p:spPr>
          <a:xfrm>
            <a:off x="25" y="34925"/>
            <a:ext cx="91440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and Iteration</a:t>
            </a:r>
            <a:endParaRPr b="1" sz="4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-25400" y="920750"/>
            <a:ext cx="9239400" cy="180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/>
          <p:nvPr/>
        </p:nvSpPr>
        <p:spPr>
          <a:xfrm rot="5400000">
            <a:off x="2514700" y="3012275"/>
            <a:ext cx="4159200" cy="166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41275" y="1158875"/>
            <a:ext cx="441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hesitated upon first seeing the Home menu.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25" y="2025725"/>
            <a:ext cx="1740375" cy="300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2108200" y="2073275"/>
            <a:ext cx="2262000" cy="29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Icons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Uncluttered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and Easy-to-Understand Text and Symbols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4775200" y="1168400"/>
            <a:ext cx="4295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found certain overlaid menus overcomplicated.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8400" y="2131750"/>
            <a:ext cx="2204701" cy="283894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7194550" y="2149475"/>
            <a:ext cx="1781100" cy="28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Title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Prompts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Input Options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/>
        </p:nvSpPr>
        <p:spPr>
          <a:xfrm>
            <a:off x="590550" y="1973250"/>
            <a:ext cx="7962900" cy="1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7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0" y="0"/>
            <a:ext cx="9144000" cy="1635000"/>
          </a:xfrm>
          <a:prstGeom prst="rect">
            <a:avLst/>
          </a:prstGeom>
          <a:solidFill>
            <a:srgbClr val="F669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0" y="3508500"/>
            <a:ext cx="9144000" cy="1635000"/>
          </a:xfrm>
          <a:prstGeom prst="rect">
            <a:avLst/>
          </a:prstGeom>
          <a:solidFill>
            <a:srgbClr val="F669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