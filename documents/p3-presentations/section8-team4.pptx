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exend"/>
      <p:regular r:id="rId18"/>
      <p:bold r:id="rId19"/>
    </p:embeddedFont>
    <p:embeddedFont>
      <p:font typeface="Tektur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ektur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Tektu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bold.fntdata"/><Relationship Id="rId6" Type="http://schemas.openxmlformats.org/officeDocument/2006/relationships/slide" Target="slides/slide1.xml"/><Relationship Id="rId18" Type="http://schemas.openxmlformats.org/officeDocument/2006/relationships/font" Target="fonts/Lexe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MHKGs6E_AOsgBCE7gBQPV5Th7nW3nDuguZwMVQdguPo/edit?tab=t.0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https://docs.google.com/document/d/1MHKGs6E_AOsgBCE7gBQPV5Th7nW3nDuguZwMVQdguPo/edit?tab=t.0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59928f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59928f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team member introduces themselves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59928ff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59928ff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59928ff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59928f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Nazar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59928ff7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59928ff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559928ff7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559928ff7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Nazar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59928ff7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59928ff7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59928ff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59928ff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Nazar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59928ff7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559928ff7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Lev: Most of the changes we made were actually in how you access different screens, allowing more ways to intuitively navigate the site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59928ff7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59928ff7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 - design lead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559928ff7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559928ff7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</a:t>
            </a:r>
            <a:br>
              <a:rPr lang="en"/>
            </a:br>
            <a:r>
              <a:rPr lang="en"/>
              <a:t>We weren’t totally sold on the side bar at first, but realized people expected one for navigation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Pre-game modal added an unexpected and </a:t>
            </a:r>
            <a:r>
              <a:rPr lang="en"/>
              <a:t>unnecessary</a:t>
            </a:r>
            <a:r>
              <a:rPr lang="en"/>
              <a:t> step to the 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Allowed more ways people tried to  add friends &amp; party members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59928ff7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59928ff7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Nazar - say thank you and ask for questions at the end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JaxBlox Hi-Fi Prototype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Brandon Corker, Lev Gluzdov, and Nazar Emilov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Team Members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 Gluzdov: Project Manager &amp; Prototype Developer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Delegated</a:t>
            </a:r>
            <a:r>
              <a:rPr lang="en"/>
              <a:t> everyone’s tasks and helped with majority of working components.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Brandon Corker: Design Lead &amp; Usability Tester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skills from LinkedIn course to assemble the </a:t>
            </a:r>
            <a:r>
              <a:rPr lang="en"/>
              <a:t>prototype</a:t>
            </a:r>
            <a:r>
              <a:rPr lang="en"/>
              <a:t> to be aesthetically pleasing.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Nazar Emilov: Content Lead &amp; Research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Researched how to make more complex components with clean animations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JaxBlox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3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JaxBlox is a user-generated-content driven party game platform. We find that most party games quickly become stale, and JaxBlox aims to solve this </a:t>
            </a:r>
            <a:r>
              <a:rPr lang="en"/>
              <a:t>problem</a:t>
            </a:r>
            <a:r>
              <a:rPr lang="en"/>
              <a:t> with UGC.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Developers use the JaxBlox devkit to create Jackbox style party games, and publish them on the JaxBlox store. It also allows players to always have a new experience without the cost of buying an entirely new game.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prototype is focused on the average player’s experience interacting with the JaxBlox platform.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6695800" y="150900"/>
            <a:ext cx="2235000" cy="474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Target Audience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87350" y="1417725"/>
            <a:ext cx="24714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target audience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young p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eople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–primarily teens–who like to play party games with friends. For these users, party games like Cards Against Humanity and Heads Up are often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repetitive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will quickly become stale.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UI design features a bright color palette aimed at a younger teenage audience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" name="Google Shape;75;p16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5738" y="220463"/>
            <a:ext cx="2143125" cy="2143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000000">
                <a:alpha val="60000"/>
              </a:srgbClr>
            </a:outerShdw>
          </a:effectLst>
        </p:spPr>
      </p:pic>
      <p:pic>
        <p:nvPicPr>
          <p:cNvPr id="76" name="Google Shape;76;p16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5738" y="268036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Personas - Jaxson Stinkle (Primary Target Audience)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19" y="1017725"/>
            <a:ext cx="6313156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Personas - Celia Rohan (Casual User)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688" y="1017725"/>
            <a:ext cx="6336624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ektur"/>
                <a:ea typeface="Tektur"/>
                <a:cs typeface="Tektur"/>
                <a:sym typeface="Tektur"/>
              </a:rPr>
              <a:t>Personas - Bernard Smegma (Power User)</a:t>
            </a:r>
            <a:endParaRPr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419" y="1017725"/>
            <a:ext cx="6313156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Lo-Fi Prototype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017725"/>
            <a:ext cx="8348700" cy="3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home &amp; Login screens were kept relatively the same as users were able to easily navigate them in testing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41461" l="48889" r="6059" t="30994"/>
          <a:stretch/>
        </p:blipFill>
        <p:spPr>
          <a:xfrm>
            <a:off x="0" y="1832194"/>
            <a:ext cx="4061775" cy="3311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4053" l="11989" r="12980" t="1687"/>
          <a:stretch/>
        </p:blipFill>
        <p:spPr>
          <a:xfrm>
            <a:off x="0" y="1832200"/>
            <a:ext cx="4061773" cy="33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69346" l="50178" r="8785" t="2987"/>
          <a:stretch/>
        </p:blipFill>
        <p:spPr>
          <a:xfrm>
            <a:off x="5460401" y="1832201"/>
            <a:ext cx="3683599" cy="33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254" y="1832200"/>
            <a:ext cx="5102746" cy="3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325" y="517700"/>
            <a:ext cx="3530300" cy="410809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65700" y="7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Evolution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4">
            <a:alphaModFix/>
          </a:blip>
          <a:srcRect b="1034" l="50268" r="8695" t="57764"/>
          <a:stretch/>
        </p:blipFill>
        <p:spPr>
          <a:xfrm>
            <a:off x="5378326" y="208640"/>
            <a:ext cx="3530300" cy="4726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600" y="1465553"/>
            <a:ext cx="4778650" cy="310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4">
            <a:alphaModFix/>
          </a:blip>
          <a:srcRect b="68796" l="6735" r="48213" t="2970"/>
          <a:stretch/>
        </p:blipFill>
        <p:spPr>
          <a:xfrm>
            <a:off x="186600" y="941550"/>
            <a:ext cx="4778650" cy="39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Side Menu &gt; Add Friend &gt; Profile &gt; Add to Party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Party &gt; Add Friend &gt; Select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game with friends - we removed the extra modal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Iteration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testing was done with paper</a:t>
            </a:r>
            <a:br>
              <a:rPr lang="en"/>
            </a:br>
            <a:r>
              <a:rPr lang="en"/>
              <a:t>cutouts of the lo-fi prototype.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main improvements we made: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sidebar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Removed pre-game modal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Allowed all attempted ways to add</a:t>
            </a:r>
            <a:br>
              <a:rPr lang="en"/>
            </a:br>
            <a:r>
              <a:rPr lang="en"/>
              <a:t>friends &amp; party members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3">
            <a:alphaModFix/>
          </a:blip>
          <a:srcRect b="0" l="6734" r="5121" t="2286"/>
          <a:stretch/>
        </p:blipFill>
        <p:spPr>
          <a:xfrm>
            <a:off x="5692850" y="82825"/>
            <a:ext cx="3357276" cy="496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0"/>
            <a:ext cx="263298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/>
          <p:nvPr/>
        </p:nvSpPr>
        <p:spPr>
          <a:xfrm>
            <a:off x="5777325" y="1459900"/>
            <a:ext cx="1700100" cy="146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5867425" y="4094850"/>
            <a:ext cx="3070200" cy="95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dk1"/>
                </a:solidFill>
              </a:rPr>
              <a:t>Completing this project showed us the importance of usability testing, and working as a team. The way users interacted with the lo-fi prototype was very different than we could’ve predicted, and the tests allowed us to make major improvements in UI design. Working as a team, it was important to understand of each other’s strengths to work effectively in our individual roles. 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0">
                <a:solidFill>
                  <a:schemeClr val="dk1"/>
                </a:solidFill>
              </a:rPr>
              <a:t>With JaxBlox, you will have an</a:t>
            </a:r>
            <a:r>
              <a:rPr lang="en" sz="1750">
                <a:solidFill>
                  <a:schemeClr val="dk1"/>
                </a:solidFill>
              </a:rPr>
              <a:t> </a:t>
            </a:r>
            <a:r>
              <a:rPr lang="en" sz="1750">
                <a:solidFill>
                  <a:schemeClr val="dk1"/>
                </a:solidFill>
              </a:rPr>
              <a:t>infinite</a:t>
            </a:r>
            <a:r>
              <a:rPr lang="en" sz="1750">
                <a:solidFill>
                  <a:schemeClr val="dk1"/>
                </a:solidFill>
              </a:rPr>
              <a:t> variety of budget-friendly online party games at your fingertips.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